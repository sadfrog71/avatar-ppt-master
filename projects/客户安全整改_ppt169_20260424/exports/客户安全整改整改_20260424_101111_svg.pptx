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各位领导、同事，大家好。今天的汇报主题是安全漏洞整改说明。</a:t>
            </a:r>
          </a:p>
          <a:p>
            <a:endParaRPr lang="zh-CN" dirty="0"/>
          </a:p>
          <a:p>
            <a:r>
              <a:rPr lang="zh-CN" dirty="0"/>
              <a:t>这份材料基于香港红队2026年Red Team评估结果，对三个面向外网的信息系统安全漏洞进行说明，并提出相应的整改方案。</a:t>
            </a:r>
          </a:p>
          <a:p>
            <a:endParaRPr lang="zh-CN" dirty="0"/>
          </a:p>
          <a:p>
            <a:r>
              <a:rPr lang="zh-CN" dirty="0"/>
              <a:t>要点：① 香港红队发现三类系统存在管理端口暴露风险 ② 已使用HTTPS加密传输 ③ 核心解决方案是VPN内网打通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首先，我们来看这三个系统的共性安全问题。</a:t>
            </a:r>
          </a:p>
          <a:p>
            <a:endParaRPr lang="zh-CN" dirty="0"/>
          </a:p>
          <a:p>
            <a:r>
              <a:rPr lang="zh-CN" dirty="0"/>
              <a:t>香港红队在对我们的互联网系统进行评估后发现，三个系统都存在同一类风险：管理员登录页面和管理端口暴露于公网。这三个系统均面向外网开放，无法通过IP限制来缩小访问范围，虽然传输层已使用HTTPS加密，但网络层的端口暴露仍然构成了严重的安全隐患。</a:t>
            </a:r>
          </a:p>
          <a:p>
            <a:endParaRPr lang="zh-CN" dirty="0"/>
          </a:p>
          <a:p>
            <a:r>
              <a:rPr lang="zh-CN" dirty="0"/>
              <a:t>具体来看，系统一 rsp.towngas.com.cn 暴露了3389、5985、5986三个管理端口；系统二 ecard.towngas.com.cn 暴露了3389端口；系统三 houtai.towngas.com.cn 的 /cmsLogin 管理登录路径直接暴露在公网上。</a:t>
            </a:r>
          </a:p>
          <a:p>
            <a:endParaRPr lang="zh-CN" dirty="0"/>
          </a:p>
          <a:p>
            <a:r>
              <a:rPr lang="zh-CN" dirty="0"/>
              <a:t>要点：① 三个系统共性问题：管理端口/登录页暴露公网 ② 无法IP限制是核心困难 ③ 已采用HTTPS和第三方测试作为基础防护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接下来我们逐一分析每个系统的漏洞和应对策略，首先是共享资源管理平台。</a:t>
            </a:r>
          </a:p>
          <a:p>
            <a:endParaRPr lang="zh-CN" dirty="0"/>
          </a:p>
          <a:p>
            <a:r>
              <a:rPr lang="zh-CN" dirty="0"/>
              <a:t>该系统暴露了三个高危管理端口：3389是Windows远程桌面协议，5985和5986是WinRM远程管理服务。攻击者可以针对这些端口进行暴力破解、漏洞利用和横向移动。临时应对措施是立即启用强密码策略，要求所有管理员账户开启双因素认证，防止凭证被暴力破解。</a:t>
            </a:r>
          </a:p>
          <a:p>
            <a:endParaRPr lang="zh-CN" dirty="0"/>
          </a:p>
          <a:p>
            <a:r>
              <a:rPr lang="zh-CN" dirty="0"/>
              <a:t>中期措施是在华为云安全组中配置精确的IP白名单，限制只有可信IP才能访问这三个管理端口。长期方案是通过华为云与港华内网的VPN隧道，彻底关闭所有公网管理端口，管理员统一从内网VPN访问。</a:t>
            </a:r>
          </a:p>
          <a:p>
            <a:endParaRPr lang="zh-CN" dirty="0"/>
          </a:p>
          <a:p>
            <a:r>
              <a:rPr lang="zh-CN" dirty="0"/>
              <a:t>要点：① 三个高危管理端口：3389/5985/5986 ② 临时→中期→长期三阶段策略 ③ VPN内网访问是根本解决方案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第二个系统是电子卡系统，同样存在3389端口暴露问题。</a:t>
            </a:r>
          </a:p>
          <a:p>
            <a:endParaRPr lang="zh-CN" dirty="0"/>
          </a:p>
          <a:p>
            <a:r>
              <a:rPr lang="zh-CN" dirty="0"/>
              <a:t>3389端口是Windows RDP远程桌面协议，这是攻击者最常利用的协议之一，历史上发生过大量通过RDP口令爆破导致服务器被勒索软件攻击的事件。临时应对是强制要求RDP账户使用强密码（长度不少于12位），并设置账户锁定阈值为5次登录失败。</a:t>
            </a:r>
          </a:p>
          <a:p>
            <a:endParaRPr lang="zh-CN" dirty="0"/>
          </a:p>
          <a:p>
            <a:r>
              <a:rPr lang="zh-CN" dirty="0"/>
              <a:t>中期措施是在华为云安全组中配置入站规则，彻底阻断所有来源IP对TCP 3389端口的访问。长期方案同样是华为云VPN打通后，将RDP服务完全迁移至内网隧道访问。</a:t>
            </a:r>
          </a:p>
          <a:p>
            <a:endParaRPr lang="zh-CN" dirty="0"/>
          </a:p>
          <a:p>
            <a:r>
              <a:rPr lang="zh-CN" dirty="0"/>
              <a:t>要点：① RDP 3389是最常被攻击的端口之一 ② 安全组规则是最快的止血措施 ③ VPN打通后彻底消除暴露面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第三个系统是后台管理系统，问题是管理登录页面直接暴露在公网。</a:t>
            </a:r>
          </a:p>
          <a:p>
            <a:endParaRPr lang="zh-CN" dirty="0"/>
          </a:p>
          <a:p>
            <a:r>
              <a:rPr lang="zh-CN" dirty="0"/>
              <a:t>攻击者可以直接访问 /cmsLogin 这个路径进入后台管理登录页面，即使该页面有登录保护，在缺乏强认证的情况下，仍然存在弱口令被破解的风险。临时措施是将管理路径改为随机化路径，降低被自动化扫描工具批量发现和攻击的概率。</a:t>
            </a:r>
          </a:p>
          <a:p>
            <a:endParaRPr lang="zh-CN" dirty="0"/>
          </a:p>
          <a:p>
            <a:r>
              <a:rPr lang="zh-CN" dirty="0"/>
              <a:t>中期措施是为所有管理后台账户强制启用双因素认证，即使密码泄露也能防止账户被接管。长期方案是通过VPN内网访问，将后台登录页面从公网完全移除。</a:t>
            </a:r>
          </a:p>
          <a:p>
            <a:endParaRPr lang="zh-CN" dirty="0"/>
          </a:p>
          <a:p>
            <a:r>
              <a:rPr lang="zh-CN" dirty="0"/>
              <a:t>要点：① /cmsLogin 路径直接暴露是核心问题 ② 路径随机化是临时遮蔽手段 ③ VPN内网化是治本措施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最后，我们来看整体解决方案和整改时间表。</a:t>
            </a:r>
          </a:p>
          <a:p>
            <a:endParaRPr lang="zh-CN" dirty="0"/>
          </a:p>
          <a:p>
            <a:r>
              <a:rPr lang="zh-CN" dirty="0"/>
              <a:t>三个系统暴露的共同根本原因，是管理端口与业务端口共用公网出口，缺乏分层防御架构。我们建议的核心方案是建立华为云与港华内网之间的VPN隧道，将所有管理访问迁移至内网VPN通道：关闭三个系统所有公网管理端口，保留公网业务访问，管理员统一通过VPN隧道进行管理操作，并结合MFA多因素认证，构建完整的零信任访问体系。</a:t>
            </a:r>
          </a:p>
          <a:p>
            <a:endParaRPr lang="zh-CN" dirty="0"/>
          </a:p>
          <a:p>
            <a:r>
              <a:rPr lang="zh-CN" dirty="0"/>
              <a:t>整改分四个阶段推进：立即处置（1周内）完成强密码和2FA启用；短期加固（2-4周）完成安全组收紧和MFA全覆盖；中期建设（1-3个月）完成华为云与港华内网VPN隧道打通；长期运营（持续）每半年进行一次红队评估，持续优化安全架构。</a:t>
            </a:r>
          </a:p>
          <a:p>
            <a:endParaRPr lang="zh-CN" dirty="0"/>
          </a:p>
          <a:p>
            <a:r>
              <a:rPr lang="zh-CN" dirty="0"/>
              <a:t>请各方确认整改时间节点，我们将在各阶段完成后提供进度更新报告。</a:t>
            </a:r>
          </a:p>
          <a:p>
            <a:endParaRPr lang="zh-CN" dirty="0"/>
          </a:p>
          <a:p>
            <a:r>
              <a:rPr lang="zh-CN" dirty="0"/>
              <a:t>要点：① VPN隧道打通是核心治本方案 ② 四阶段整改路线图：立即→短期→中期→长期 ③ 需要各方确认时间节点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